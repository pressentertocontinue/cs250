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5" r:id="rId4"/>
  </p:sldMasterIdLst>
  <p:notesMasterIdLst>
    <p:notesMasterId r:id="rId12"/>
  </p:notesMasterIdLst>
  <p:handoutMasterIdLst>
    <p:handoutMasterId r:id="rId13"/>
  </p:handoutMasterIdLst>
  <p:sldIdLst>
    <p:sldId id="306" r:id="rId5"/>
    <p:sldId id="307" r:id="rId6"/>
    <p:sldId id="308" r:id="rId7"/>
    <p:sldId id="309" r:id="rId8"/>
    <p:sldId id="310" r:id="rId9"/>
    <p:sldId id="311" r:id="rId10"/>
    <p:sldId id="31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69AB20-DE4C-4541-B849-D5CBB354A9E2}" v="3169" dt="2026-06-22T00:31:20.509"/>
  </p1510:revLst>
</p1510:revInfo>
</file>

<file path=ppt/tableStyles.xml><?xml version="1.0" encoding="utf-8"?>
<a:tblStyleLst xmlns:a="http://schemas.openxmlformats.org/drawingml/2006/main" def="{91EBBBCC-DAD2-459C-BE2E-F6DE35CF9A2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42" autoAdjust="0"/>
    <p:restoredTop sz="94810"/>
  </p:normalViewPr>
  <p:slideViewPr>
    <p:cSldViewPr snapToGrid="0">
      <p:cViewPr>
        <p:scale>
          <a:sx n="100" d="100"/>
          <a:sy n="100" d="100"/>
        </p:scale>
        <p:origin x="-845" y="-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6/21/2026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0202F551-CD9C-6E27-92C3-595934B22837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A703234F-30D0-CB47-612B-1247B3B32162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20E2C7-A47E-F74C-7AE3-3B9E0FAB4AC3}"/>
              </a:ext>
            </a:extLst>
          </p:cNvPr>
          <p:cNvCxnSpPr>
            <a:cxnSpLocks/>
          </p:cNvCxnSpPr>
          <p:nvPr/>
        </p:nvCxnSpPr>
        <p:spPr>
          <a:xfrm>
            <a:off x="7223309" y="800100"/>
            <a:ext cx="0" cy="4953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123" y="1339060"/>
            <a:ext cx="4974183" cy="262441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205" y="4312625"/>
            <a:ext cx="4974183" cy="106580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DC1A109-E158-1AD7-E2B7-416EEE08ACC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38313" y="812266"/>
            <a:ext cx="3829736" cy="4928136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noFill/>
          </a:ln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 noProof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noProof="0" dirty="0"/>
              <a:t> 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F7B139E-1A4F-D7CF-7764-58DA6FAFE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38451A-1E74-ABF8-A9BB-311A384BE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58985DD-E6CE-DBCC-61CF-9BBFE330E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02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8A1486C-62DF-0286-F0FA-6D8E6C85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873A82E-EC69-8912-507C-DA9B307DE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29786"/>
            <a:ext cx="10963656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CDC75B5-A903-6188-96C8-F11039960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97D771A-54A9-9D83-6EAA-DDC7151C8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2259B42-FA10-6971-2364-7DC5DFA2D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1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D7E220B-260A-1899-9D05-BB8723A88261}"/>
              </a:ext>
            </a:extLst>
          </p:cNvPr>
          <p:cNvGrpSpPr/>
          <p:nvPr/>
        </p:nvGrpSpPr>
        <p:grpSpPr>
          <a:xfrm>
            <a:off x="6941116" y="366348"/>
            <a:ext cx="4886768" cy="6125303"/>
            <a:chOff x="521210" y="647905"/>
            <a:chExt cx="11365967" cy="556574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91ECAE7C-A949-93C0-3EB3-0B16C6DAC3B2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C0165170-3C5A-515F-1EA4-AA3CB178D565}"/>
                </a:ext>
              </a:extLst>
            </p:cNvPr>
            <p:cNvSpPr/>
            <p:nvPr/>
          </p:nvSpPr>
          <p:spPr>
            <a:xfrm>
              <a:off x="521210" y="647905"/>
              <a:ext cx="10911523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77F9E3EB-FD43-A59C-A54A-F11FA925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8896" y="1129554"/>
            <a:ext cx="4219626" cy="347523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6AC0B9A-E217-462C-714E-6E5BE5799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5" y="4731335"/>
            <a:ext cx="4219626" cy="11845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00" cap="all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16905E-92F3-BA17-041B-A2D4BCBF5BB2}"/>
              </a:ext>
            </a:extLst>
          </p:cNvPr>
          <p:cNvCxnSpPr>
            <a:cxnSpLocks/>
          </p:cNvCxnSpPr>
          <p:nvPr userDrawn="1"/>
        </p:nvCxnSpPr>
        <p:spPr>
          <a:xfrm>
            <a:off x="6592577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780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7F24906-AE7E-6354-BEF6-653E4278B8E2}"/>
              </a:ext>
            </a:extLst>
          </p:cNvPr>
          <p:cNvGrpSpPr/>
          <p:nvPr/>
        </p:nvGrpSpPr>
        <p:grpSpPr>
          <a:xfrm>
            <a:off x="365760" y="366348"/>
            <a:ext cx="4886768" cy="6125303"/>
            <a:chOff x="521210" y="647905"/>
            <a:chExt cx="11365967" cy="5565740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97863BD0-3668-62B2-C6F4-BD77D371C352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A731F6E5-8C9E-C424-E6F3-6E6FC4DD5464}"/>
                </a:ext>
              </a:extLst>
            </p:cNvPr>
            <p:cNvSpPr/>
            <p:nvPr/>
          </p:nvSpPr>
          <p:spPr>
            <a:xfrm>
              <a:off x="521210" y="647905"/>
              <a:ext cx="10911523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1FE1C070-AE3A-DBC9-E7FC-B233E403A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541" y="603503"/>
            <a:ext cx="4235820" cy="3739895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F9F140D-1A01-09CE-B008-51350362B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541" y="4661255"/>
            <a:ext cx="423582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cap="all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13962" y="0"/>
            <a:ext cx="6578038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dirty="0"/>
              <a:t> 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3280CB-6F3A-4AAC-F373-F6910037E871}"/>
              </a:ext>
            </a:extLst>
          </p:cNvPr>
          <p:cNvCxnSpPr>
            <a:cxnSpLocks/>
          </p:cNvCxnSpPr>
          <p:nvPr/>
        </p:nvCxnSpPr>
        <p:spPr>
          <a:xfrm>
            <a:off x="5594712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138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0202F551-CD9C-6E27-92C3-595934B22837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A703234F-30D0-CB47-612B-1247B3B32162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20E2C7-A47E-F74C-7AE3-3B9E0FAB4AC3}"/>
              </a:ext>
            </a:extLst>
          </p:cNvPr>
          <p:cNvCxnSpPr>
            <a:cxnSpLocks/>
          </p:cNvCxnSpPr>
          <p:nvPr/>
        </p:nvCxnSpPr>
        <p:spPr>
          <a:xfrm>
            <a:off x="8790317" y="800100"/>
            <a:ext cx="0" cy="4953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123" y="1339060"/>
            <a:ext cx="6699667" cy="22078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205" y="3786997"/>
            <a:ext cx="6699665" cy="159143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00" cap="all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DC1A109-E158-1AD7-E2B7-416EEE08ACC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807569" y="812266"/>
            <a:ext cx="2260479" cy="4928136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noFill/>
          </a:ln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 noProof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noProof="0" dirty="0"/>
              <a:t>  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F7B139E-1A4F-D7CF-7764-58DA6FAFE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38451A-1E74-ABF8-A9BB-311A384BE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58985DD-E6CE-DBCC-61CF-9BBFE330E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03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B67FC65-5AAF-6A23-5752-1C26B207DC72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043EAAF4-DE2D-970B-4D15-6D36EEAC1744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496DF73D-E4E2-469F-D426-591823D792A6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923" y="874374"/>
            <a:ext cx="9634154" cy="2821728"/>
          </a:xfrm>
        </p:spPr>
        <p:txBody>
          <a:bodyPr anchor="b">
            <a:normAutofit/>
          </a:bodyPr>
          <a:lstStyle>
            <a:lvl1pPr algn="ctr"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2480" y="4077583"/>
            <a:ext cx="8167040" cy="1717042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597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E55F6A4-0EE0-72F7-43D5-EB21317D9598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C4D77848-8CF0-5322-623B-CDF1FE03362C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6" name="Shape1">
              <a:extLst>
                <a:ext uri="{FF2B5EF4-FFF2-40B4-BE49-F238E27FC236}">
                  <a16:creationId xmlns:a16="http://schemas.microsoft.com/office/drawing/2014/main" id="{677E7171-85EC-575A-EE36-F9950B227D94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BAC83CEA-8EC3-98F1-0078-550B9B56B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845" y="935204"/>
            <a:ext cx="10036005" cy="3592628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2BA4ADB-DF4D-29DD-5069-E1950A2F6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845" y="4698103"/>
            <a:ext cx="10036005" cy="101498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800" cap="all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78175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965F8DDB-78C2-9A91-D69C-2BE7D0DC5F3C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2CE1086-051B-D73D-67CF-8E86D2965B5E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6900" y="1208585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7623" y="3929930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32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309359E1-DCAB-6CB5-49DB-E3E715B038D7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92930F3-3A63-5E7D-B558-798DFD2A08F5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tx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2013" y="1282325"/>
            <a:ext cx="8893834" cy="398855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9B0FCAC-1DD5-03B7-6568-464B93F97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10DA06E-F976-C917-8034-10D5651419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B2B0EFD-25F7-7463-7D6B-AD6B0A8B0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42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8B3FAB4B-5BE6-36A5-AC57-A8A4DE80EDF0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55D774B-5A74-ECBA-B23F-FDB73925D455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br>
              <a: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31" y="1525905"/>
            <a:ext cx="8838202" cy="846396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80332" y="2650524"/>
            <a:ext cx="8838202" cy="238635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27C2936-23FD-A202-FEC8-A04EC6038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74C11B4-B6D5-47F5-335E-A913C2501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40C422B-2C69-102F-F573-37A60C6CA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14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CA9E58B-E51C-E405-905F-70ADA8DA9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0202F551-CD9C-6E27-92C3-595934B22837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A703234F-30D0-CB47-612B-1247B3B32162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20E2C7-A47E-F74C-7AE3-3B9E0FAB4AC3}"/>
              </a:ext>
            </a:extLst>
          </p:cNvPr>
          <p:cNvCxnSpPr>
            <a:cxnSpLocks/>
          </p:cNvCxnSpPr>
          <p:nvPr/>
        </p:nvCxnSpPr>
        <p:spPr>
          <a:xfrm>
            <a:off x="5981630" y="787402"/>
            <a:ext cx="0" cy="4953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63974" y="1339060"/>
            <a:ext cx="3927674" cy="7945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2056" y="2430700"/>
            <a:ext cx="3927674" cy="294773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4DC1A109-E158-1AD7-E2B7-416EEE08ACC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72663" y="812266"/>
            <a:ext cx="5096260" cy="4928136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noFill/>
          </a:ln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 noProof="0">
                <a:solidFill>
                  <a:schemeClr val="tx1"/>
                </a:solidFill>
              </a:defRPr>
            </a:lvl1pPr>
          </a:lstStyle>
          <a:p>
            <a:pPr marL="228600" lvl="0" indent="-228600">
              <a:lnSpc>
                <a:spcPct val="150000"/>
              </a:lnSpc>
            </a:pPr>
            <a:r>
              <a:rPr lang="en-US" noProof="0" dirty="0"/>
              <a:t>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01417BD-FFDA-56B8-4551-B115E221D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8EBB8A5-D4C6-548F-819A-FE7750FBF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71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744A8A6-B09A-3C25-2DA9-92129860EDBD}"/>
              </a:ext>
            </a:extLst>
          </p:cNvPr>
          <p:cNvGrpSpPr/>
          <p:nvPr/>
        </p:nvGrpSpPr>
        <p:grpSpPr>
          <a:xfrm>
            <a:off x="858371" y="1538141"/>
            <a:ext cx="5594950" cy="3781718"/>
            <a:chOff x="521208" y="647905"/>
            <a:chExt cx="11365969" cy="5565740"/>
          </a:xfrm>
        </p:grpSpPr>
        <p:sp>
          <p:nvSpPr>
            <p:cNvPr id="36" name="Shape">
              <a:extLst>
                <a:ext uri="{FF2B5EF4-FFF2-40B4-BE49-F238E27FC236}">
                  <a16:creationId xmlns:a16="http://schemas.microsoft.com/office/drawing/2014/main" id="{18600D5A-4CF6-D9F9-1A3A-5136CC2CE45D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37" name="Shape">
              <a:extLst>
                <a:ext uri="{FF2B5EF4-FFF2-40B4-BE49-F238E27FC236}">
                  <a16:creationId xmlns:a16="http://schemas.microsoft.com/office/drawing/2014/main" id="{69249D5A-EA70-0210-8234-7481C00A91D0}"/>
                </a:ext>
              </a:extLst>
            </p:cNvPr>
            <p:cNvSpPr/>
            <p:nvPr/>
          </p:nvSpPr>
          <p:spPr>
            <a:xfrm>
              <a:off x="521208" y="647905"/>
              <a:ext cx="11047664" cy="5370983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F42DEFD-DF95-ABA5-F5E7-97EE2BC3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332" y="2009984"/>
            <a:ext cx="4515599" cy="2692020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28878" y="2129872"/>
            <a:ext cx="4304752" cy="2454797"/>
          </a:xfrm>
        </p:spPr>
        <p:txBody>
          <a:bodyPr anchor="ctr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1BCE18F-7F76-B015-517A-B218F96C3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4B1BEB0-0A50-8032-92AF-CE95330EA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5677150-7CBF-C5C3-D369-2021EB4B3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35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E7B2878-E57A-BF28-CA0B-25C595B6B23B}"/>
              </a:ext>
            </a:extLst>
          </p:cNvPr>
          <p:cNvGrpSpPr/>
          <p:nvPr/>
        </p:nvGrpSpPr>
        <p:grpSpPr>
          <a:xfrm>
            <a:off x="858371" y="971570"/>
            <a:ext cx="4956175" cy="4914861"/>
            <a:chOff x="521208" y="647905"/>
            <a:chExt cx="11365969" cy="5565740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F08FFA22-A55A-8523-9665-963EF8BF5CEE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9" name="Shape">
              <a:extLst>
                <a:ext uri="{FF2B5EF4-FFF2-40B4-BE49-F238E27FC236}">
                  <a16:creationId xmlns:a16="http://schemas.microsoft.com/office/drawing/2014/main" id="{249E8B92-9DA1-2B88-C923-D1B15EB00E1E}"/>
                </a:ext>
              </a:extLst>
            </p:cNvPr>
            <p:cNvSpPr/>
            <p:nvPr/>
          </p:nvSpPr>
          <p:spPr>
            <a:xfrm>
              <a:off x="521208" y="647905"/>
              <a:ext cx="11047664" cy="5370983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B7E33A4B-2075-9CF4-BC69-F5E43B10A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92" y="1478826"/>
            <a:ext cx="3846237" cy="3744148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23177" y="1727014"/>
            <a:ext cx="4956175" cy="346121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96A57-F4BE-9BFE-192B-8B6BE3EB5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2D03E-A50A-19D0-5987-28EA74509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9D5AA-125E-CB20-B949-8633A826D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71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741D8BB-05AF-A317-C2B4-DC1CB87B9246}"/>
              </a:ext>
            </a:extLst>
          </p:cNvPr>
          <p:cNvGrpSpPr/>
          <p:nvPr/>
        </p:nvGrpSpPr>
        <p:grpSpPr>
          <a:xfrm>
            <a:off x="858371" y="971570"/>
            <a:ext cx="4708425" cy="4914861"/>
            <a:chOff x="521208" y="647905"/>
            <a:chExt cx="10797805" cy="5565740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D76689D7-5D3E-ECBB-6775-7B400A96F3D7}"/>
                </a:ext>
              </a:extLst>
            </p:cNvPr>
            <p:cNvSpPr/>
            <p:nvPr/>
          </p:nvSpPr>
          <p:spPr>
            <a:xfrm>
              <a:off x="725405" y="1009217"/>
              <a:ext cx="10593608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9" name="Shape">
              <a:extLst>
                <a:ext uri="{FF2B5EF4-FFF2-40B4-BE49-F238E27FC236}">
                  <a16:creationId xmlns:a16="http://schemas.microsoft.com/office/drawing/2014/main" id="{93638B9C-5DAA-F32E-C1B3-8B5DF702E8BE}"/>
                </a:ext>
              </a:extLst>
            </p:cNvPr>
            <p:cNvSpPr/>
            <p:nvPr/>
          </p:nvSpPr>
          <p:spPr>
            <a:xfrm>
              <a:off x="521208" y="647905"/>
              <a:ext cx="10441168" cy="5370983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84027933-14DD-AC05-2EC9-CE1166FE7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93" y="1478826"/>
            <a:ext cx="3647180" cy="3744148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79486" y="971569"/>
            <a:ext cx="5199866" cy="491486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4A6CC-4DAE-D6DF-005D-9A746EA341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D53F9-F5D7-A57F-631C-1011FA2D2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67895-A265-B576-2779-D9431696A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82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">
            <a:extLst>
              <a:ext uri="{FF2B5EF4-FFF2-40B4-BE49-F238E27FC236}">
                <a16:creationId xmlns:a16="http://schemas.microsoft.com/office/drawing/2014/main" id="{38F88781-30C8-3349-475F-145EFAD547E5}"/>
              </a:ext>
            </a:extLst>
          </p:cNvPr>
          <p:cNvSpPr/>
          <p:nvPr/>
        </p:nvSpPr>
        <p:spPr>
          <a:xfrm>
            <a:off x="924451" y="1290629"/>
            <a:ext cx="3469803" cy="459580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5C0C482B-4AFD-2FA3-38E4-917E66DA8BB7}"/>
              </a:ext>
            </a:extLst>
          </p:cNvPr>
          <p:cNvSpPr/>
          <p:nvPr/>
        </p:nvSpPr>
        <p:spPr>
          <a:xfrm>
            <a:off x="858371" y="971570"/>
            <a:ext cx="3378902" cy="474288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0CC4C23-E507-7EE9-B6A1-7AC51247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332" y="1388700"/>
            <a:ext cx="2480605" cy="390862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6945" y="796935"/>
            <a:ext cx="6369358" cy="5264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46573-B9BF-5258-A368-AE00F4845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80948-8FBA-8AE9-029C-B469581BC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1F34A-A62C-BC8F-113D-3A7AD96EFF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339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">
            <a:extLst>
              <a:ext uri="{FF2B5EF4-FFF2-40B4-BE49-F238E27FC236}">
                <a16:creationId xmlns:a16="http://schemas.microsoft.com/office/drawing/2014/main" id="{518C51F0-983B-E75D-43D9-AB5A1692E483}"/>
              </a:ext>
            </a:extLst>
          </p:cNvPr>
          <p:cNvSpPr/>
          <p:nvPr/>
        </p:nvSpPr>
        <p:spPr>
          <a:xfrm>
            <a:off x="678727" y="1027243"/>
            <a:ext cx="3469803" cy="2960557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4F13FE91-399F-901F-6CF0-0447176EA2EF}"/>
              </a:ext>
            </a:extLst>
          </p:cNvPr>
          <p:cNvSpPr/>
          <p:nvPr/>
        </p:nvSpPr>
        <p:spPr>
          <a:xfrm>
            <a:off x="612647" y="708184"/>
            <a:ext cx="3378902" cy="3101816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30AF312-BB7E-63CF-42C0-3AAF17BB4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09" y="1170994"/>
            <a:ext cx="2474546" cy="219204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3300" y="708184"/>
            <a:ext cx="67630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5D260-6D49-B6E6-0AF7-CB139EC2E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449F8-8E08-2E2D-E1DC-B35D55FA9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85ACA-FF2D-E071-ABB4-8D1CBF292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08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514175"/>
            <a:ext cx="6426389" cy="131502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894081-07CB-999F-D411-9154D25C9500}"/>
              </a:ext>
            </a:extLst>
          </p:cNvPr>
          <p:cNvCxnSpPr>
            <a:cxnSpLocks/>
          </p:cNvCxnSpPr>
          <p:nvPr/>
        </p:nvCxnSpPr>
        <p:spPr>
          <a:xfrm>
            <a:off x="4571087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6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3319"/>
            <a:ext cx="6339541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975104"/>
            <a:ext cx="6339414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4831" y="0"/>
            <a:ext cx="4567169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316B204-7C08-FBD9-C195-7CBD8936FB7B}"/>
              </a:ext>
            </a:extLst>
          </p:cNvPr>
          <p:cNvCxnSpPr>
            <a:cxnSpLocks/>
          </p:cNvCxnSpPr>
          <p:nvPr/>
        </p:nvCxnSpPr>
        <p:spPr>
          <a:xfrm>
            <a:off x="7614198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091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555536"/>
            <a:ext cx="6950232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E22ED6-A6FC-6BAB-A8E5-6EFB749B5EC5}"/>
              </a:ext>
            </a:extLst>
          </p:cNvPr>
          <p:cNvCxnSpPr>
            <a:cxnSpLocks/>
          </p:cNvCxnSpPr>
          <p:nvPr/>
        </p:nvCxnSpPr>
        <p:spPr>
          <a:xfrm>
            <a:off x="4033993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194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2478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A678A9-441B-21DA-8AA8-66BD33D80407}"/>
              </a:ext>
            </a:extLst>
          </p:cNvPr>
          <p:cNvCxnSpPr>
            <a:cxnSpLocks/>
          </p:cNvCxnSpPr>
          <p:nvPr/>
        </p:nvCxnSpPr>
        <p:spPr>
          <a:xfrm>
            <a:off x="8082107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2843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499533"/>
            <a:ext cx="4477512" cy="132893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9" y="1975104"/>
            <a:ext cx="4477512" cy="4282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4889" y="6343955"/>
            <a:ext cx="210509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4EE92A-D40E-A2FF-476E-83554812296F}"/>
              </a:ext>
            </a:extLst>
          </p:cNvPr>
          <p:cNvCxnSpPr>
            <a:cxnSpLocks/>
          </p:cNvCxnSpPr>
          <p:nvPr/>
        </p:nvCxnSpPr>
        <p:spPr>
          <a:xfrm>
            <a:off x="6502874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D94575-E64C-2C45-ED82-56D9EFD2AB39}"/>
              </a:ext>
            </a:extLst>
          </p:cNvPr>
          <p:cNvCxnSpPr>
            <a:cxnSpLocks/>
          </p:cNvCxnSpPr>
          <p:nvPr userDrawn="1"/>
        </p:nvCxnSpPr>
        <p:spPr>
          <a:xfrm>
            <a:off x="6502874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9112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38716"/>
            <a:ext cx="4494189" cy="128816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FAD69B9-5A14-83A8-41F7-86017A14E034}"/>
              </a:ext>
            </a:extLst>
          </p:cNvPr>
          <p:cNvCxnSpPr>
            <a:cxnSpLocks/>
          </p:cNvCxnSpPr>
          <p:nvPr/>
        </p:nvCxnSpPr>
        <p:spPr>
          <a:xfrm>
            <a:off x="5648295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24A26F-E6FC-DE28-35E6-D03BF996DC47}"/>
              </a:ext>
            </a:extLst>
          </p:cNvPr>
          <p:cNvCxnSpPr>
            <a:cxnSpLocks/>
          </p:cNvCxnSpPr>
          <p:nvPr userDrawn="1"/>
        </p:nvCxnSpPr>
        <p:spPr>
          <a:xfrm>
            <a:off x="5648295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5434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00039"/>
            <a:ext cx="3363514" cy="166722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315569"/>
            <a:ext cx="3363513" cy="38546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3C7E6A-ACFC-5D7E-62EC-7EDD357DED5D}"/>
              </a:ext>
            </a:extLst>
          </p:cNvPr>
          <p:cNvCxnSpPr>
            <a:cxnSpLocks/>
          </p:cNvCxnSpPr>
          <p:nvPr/>
        </p:nvCxnSpPr>
        <p:spPr>
          <a:xfrm>
            <a:off x="7600186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384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500039"/>
            <a:ext cx="3363514" cy="166722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4" y="2315569"/>
            <a:ext cx="3363513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A89F80-5D6A-4ABF-AB9F-E9B855484CF2}"/>
              </a:ext>
            </a:extLst>
          </p:cNvPr>
          <p:cNvCxnSpPr>
            <a:cxnSpLocks/>
          </p:cNvCxnSpPr>
          <p:nvPr/>
        </p:nvCxnSpPr>
        <p:spPr>
          <a:xfrm>
            <a:off x="4597223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4265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90511"/>
            <a:ext cx="2699254" cy="185894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6861E3-1150-D516-3BEE-655B15B4B936}"/>
              </a:ext>
            </a:extLst>
          </p:cNvPr>
          <p:cNvCxnSpPr>
            <a:cxnSpLocks/>
          </p:cNvCxnSpPr>
          <p:nvPr/>
        </p:nvCxnSpPr>
        <p:spPr>
          <a:xfrm>
            <a:off x="8340807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2010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990511"/>
            <a:ext cx="2699254" cy="185894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06165" y="6343955"/>
            <a:ext cx="159757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3743" y="6343955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65677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B94044-CD6D-BA64-4DAF-CF4588CD625D}"/>
              </a:ext>
            </a:extLst>
          </p:cNvPr>
          <p:cNvCxnSpPr>
            <a:cxnSpLocks/>
          </p:cNvCxnSpPr>
          <p:nvPr/>
        </p:nvCxnSpPr>
        <p:spPr>
          <a:xfrm>
            <a:off x="3855044" y="0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1462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457610"/>
            <a:ext cx="4019522" cy="161792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142231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10" y="4457611"/>
            <a:ext cx="6426391" cy="161792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20E07E-3D6A-C86E-678B-DE98A157F07A}"/>
              </a:ext>
            </a:extLst>
          </p:cNvPr>
          <p:cNvCxnSpPr>
            <a:cxnSpLocks/>
          </p:cNvCxnSpPr>
          <p:nvPr/>
        </p:nvCxnSpPr>
        <p:spPr>
          <a:xfrm>
            <a:off x="0" y="4142231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8AF9810-922B-05C3-1FAC-78185AB60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AD7B9-A665-0D5C-1732-A369FD093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7B8D0A-511A-808A-9972-2B279CED5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62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0757"/>
            <a:ext cx="3044954" cy="224512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7"/>
            <a:ext cx="7460029" cy="244384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8B5EBB-F005-1B2B-24BF-B4DBB49FF96A}"/>
              </a:ext>
            </a:extLst>
          </p:cNvPr>
          <p:cNvCxnSpPr>
            <a:cxnSpLocks/>
          </p:cNvCxnSpPr>
          <p:nvPr/>
        </p:nvCxnSpPr>
        <p:spPr>
          <a:xfrm>
            <a:off x="0" y="3453964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EE91E5E-1D54-4277-467D-BF89B7943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7E62A-1224-89D2-C4D8-65D8B0271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B0821DC-7B6A-0BDA-7ED9-271E04FA2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141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7477"/>
            <a:ext cx="3021873" cy="177354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707476"/>
            <a:ext cx="7460029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3135210"/>
            <a:ext cx="279102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3135210"/>
            <a:ext cx="155937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3135210"/>
            <a:ext cx="429207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636524"/>
            <a:ext cx="12192000" cy="3221477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6FCCB7-3844-DE9F-A18B-F5FFF900264C}"/>
              </a:ext>
            </a:extLst>
          </p:cNvPr>
          <p:cNvCxnSpPr>
            <a:cxnSpLocks/>
          </p:cNvCxnSpPr>
          <p:nvPr/>
        </p:nvCxnSpPr>
        <p:spPr>
          <a:xfrm>
            <a:off x="-1" y="3625891"/>
            <a:ext cx="1219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9701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838424"/>
            <a:ext cx="4485564" cy="4488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055525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32969" y="6343955"/>
            <a:ext cx="144969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682667" y="6343955"/>
            <a:ext cx="443060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7D2E59BA-BC78-5994-0E85-6CEE8FE1A2C7}"/>
              </a:ext>
            </a:extLst>
          </p:cNvPr>
          <p:cNvSpPr/>
          <p:nvPr/>
        </p:nvSpPr>
        <p:spPr>
          <a:xfrm>
            <a:off x="5774454" y="2174531"/>
            <a:ext cx="5804899" cy="4152068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7C8527F9-0AAC-2962-54C9-733B06E8643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644314" y="1838424"/>
            <a:ext cx="5715205" cy="4292324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6434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50FC415C-6548-7A71-9590-9F59EEF87C10}"/>
              </a:ext>
            </a:extLst>
          </p:cNvPr>
          <p:cNvSpPr/>
          <p:nvPr/>
        </p:nvSpPr>
        <p:spPr>
          <a:xfrm>
            <a:off x="5440228" y="2239339"/>
            <a:ext cx="6139125" cy="3880753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113357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013ECA8-A109-DA0B-779F-91413FC019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315252" y="1912398"/>
            <a:ext cx="6044267" cy="4011844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87E7E84-44E5-0E60-3EE3-8737B2A18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8E621FE-7CC2-0C35-A07D-B3FC44FD4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00CB403-B088-E56C-7827-A20ABF576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61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2677956A-C88F-78CB-7428-13BB3FEF3483}"/>
              </a:ext>
            </a:extLst>
          </p:cNvPr>
          <p:cNvSpPr/>
          <p:nvPr/>
        </p:nvSpPr>
        <p:spPr>
          <a:xfrm>
            <a:off x="739739" y="1970410"/>
            <a:ext cx="5804899" cy="434956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7784"/>
            <a:ext cx="1096975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186B2304-4EA6-E2B5-F4F8-D1686841F0A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599" y="1627632"/>
            <a:ext cx="5715205" cy="4496489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627632"/>
            <a:ext cx="4479145" cy="46923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103254" y="6343955"/>
            <a:ext cx="214411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98655" y="6343955"/>
            <a:ext cx="144969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25200" y="6343955"/>
            <a:ext cx="443060" cy="365125"/>
          </a:xfrm>
          <a:prstGeom prst="rect">
            <a:avLst/>
          </a:prstGeo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1624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D5D7C530-B577-9E02-8A60-5EDBB72006B5}"/>
              </a:ext>
            </a:extLst>
          </p:cNvPr>
          <p:cNvSpPr/>
          <p:nvPr/>
        </p:nvSpPr>
        <p:spPr>
          <a:xfrm>
            <a:off x="675680" y="2516628"/>
            <a:ext cx="4609551" cy="3620904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4F75EDFE-D268-4D74-752B-6DB079CF1C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599" y="2173850"/>
            <a:ext cx="4488792" cy="3793671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B72A591-427A-90CA-36AE-C150001B3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FBD4796-905C-132A-092E-22E9AF1B0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FED0402-467D-E037-9829-BCC7DE3B8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508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6E70FB67-0F80-BE17-D86B-F8A00D36D16F}"/>
              </a:ext>
            </a:extLst>
          </p:cNvPr>
          <p:cNvSpPr/>
          <p:nvPr/>
        </p:nvSpPr>
        <p:spPr>
          <a:xfrm>
            <a:off x="792041" y="2637923"/>
            <a:ext cx="3529341" cy="3508440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09098"/>
            <a:ext cx="3696859" cy="131634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5960" y="2295145"/>
            <a:ext cx="3436881" cy="3675841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3150" y="709098"/>
            <a:ext cx="6644488" cy="5439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2135E48-6254-45C6-7DDB-66AFB4150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60DF9-E1C4-5761-5FC3-5D2AEF1537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BEF33CE-9AB9-2977-453D-017FBD423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175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80E54B-9B48-0C0F-0610-C04073FB653D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6C86CAED-F5F2-5E4A-1988-46AA4868C1FA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3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62AE8BDC-EA76-AF91-E344-4442668F1ED3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5" name="Title 9">
            <a:extLst>
              <a:ext uri="{FF2B5EF4-FFF2-40B4-BE49-F238E27FC236}">
                <a16:creationId xmlns:a16="http://schemas.microsoft.com/office/drawing/2014/main" id="{213AB558-35C1-4A44-D31A-525DE98E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646" y="4411825"/>
            <a:ext cx="8385556" cy="1500447"/>
          </a:xfrm>
        </p:spPr>
        <p:txBody>
          <a:bodyPr>
            <a:norm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sz="240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A5A92EC-E3FB-31E9-61F0-EE7ECD707D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8096" y="731564"/>
            <a:ext cx="10582656" cy="368026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72E3F0-624C-9464-9338-4D71D7C124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DC64F13-B276-91F5-3FAF-69DAEAF48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266EE2-59A7-B270-100C-C647392CA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6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80E54B-9B48-0C0F-0610-C04073FB653D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6C86CAED-F5F2-5E4A-1988-46AA4868C1FA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tx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62AE8BDC-EA76-AF91-E344-4442668F1ED3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CFF24796-27C6-1A14-59BA-1D20CAD01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666" y="4411825"/>
            <a:ext cx="8385556" cy="1500447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1000"/>
              </a:spcBef>
              <a:defRPr sz="240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7A66-804B-6952-8FF1-16C74E3D536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42666" y="731564"/>
            <a:ext cx="9918700" cy="368026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8B0C2F5-833E-589B-382A-13B46D9A4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B498214-05A5-D7BC-183C-F46B38033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1D5C440-7C25-FCBF-0AFD-9A43D1865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75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180E54B-9B48-0C0F-0610-C04073FB653D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6C86CAED-F5F2-5E4A-1988-46AA4868C1FA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62AE8BDC-EA76-AF91-E344-4442668F1ED3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6" name="Title 9">
            <a:extLst>
              <a:ext uri="{FF2B5EF4-FFF2-40B4-BE49-F238E27FC236}">
                <a16:creationId xmlns:a16="http://schemas.microsoft.com/office/drawing/2014/main" id="{966F0FDE-BE83-A597-B207-9E1836880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646" y="4411825"/>
            <a:ext cx="8385556" cy="1500447"/>
          </a:xfrm>
        </p:spPr>
        <p:txBody>
          <a:bodyPr>
            <a:normAutofit/>
          </a:bodyPr>
          <a:lstStyle>
            <a:lvl1pPr algn="ctr">
              <a:lnSpc>
                <a:spcPct val="120000"/>
              </a:lnSpc>
              <a:spcBef>
                <a:spcPts val="1000"/>
              </a:spcBef>
              <a:defRPr sz="2400" cap="all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ECA9D19-419F-EF79-9149-F59A94F89DF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8096" y="731564"/>
            <a:ext cx="10582656" cy="368026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32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573A4C0-0776-77C6-66AA-8AB5D53B5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2B00FB5-92F5-2777-E446-7B3B68933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F52380C-3432-CA29-4761-532477B7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1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A53F8570-6B05-5072-2FE4-39B21A8F9EA3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8F171EE-5BF3-25A4-19B0-5E5E7959125A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9927" y="1322671"/>
            <a:ext cx="9298005" cy="3907858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6000" b="1" cap="all" baseline="0"/>
            </a:lvl1pPr>
            <a:lvl2pPr marL="228600" indent="0" algn="ctr">
              <a:lnSpc>
                <a:spcPct val="90000"/>
              </a:lnSpc>
              <a:buNone/>
              <a:defRPr sz="5400" b="1"/>
            </a:lvl2pPr>
            <a:lvl3pPr marL="457200" indent="0" algn="ctr">
              <a:lnSpc>
                <a:spcPct val="90000"/>
              </a:lnSpc>
              <a:buNone/>
              <a:defRPr sz="4800" b="1"/>
            </a:lvl3pPr>
            <a:lvl4pPr marL="685800" indent="0" algn="ctr">
              <a:lnSpc>
                <a:spcPct val="90000"/>
              </a:lnSpc>
              <a:buNone/>
              <a:defRPr sz="4400" b="1"/>
            </a:lvl4pPr>
            <a:lvl5pPr marL="914400" indent="0" algn="ctr">
              <a:lnSpc>
                <a:spcPct val="90000"/>
              </a:lnSpc>
              <a:buNone/>
              <a:defRPr sz="4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CE3EBB0-2A3C-612E-DC6C-0AE876654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5E6F7F-E895-1277-02D6-F925FA6D2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9676103-43BF-3489-0BCB-B1D89DE77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69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67509756-1709-4FB3-87C9-65E52F8A642D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F72170A-AA7E-9DE2-6ECB-19945A37EAD7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C9F461-9F58-7EDE-FFF1-E8FCAD2E23A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319927" y="1322104"/>
            <a:ext cx="9297987" cy="3908425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6000" b="1" cap="all" baseline="0"/>
            </a:lvl1pPr>
            <a:lvl2pPr marL="228600" indent="0">
              <a:lnSpc>
                <a:spcPct val="90000"/>
              </a:lnSpc>
              <a:buNone/>
              <a:defRPr sz="5400"/>
            </a:lvl2pPr>
            <a:lvl3pPr marL="457200" indent="0">
              <a:lnSpc>
                <a:spcPct val="90000"/>
              </a:lnSpc>
              <a:buNone/>
              <a:defRPr sz="4800"/>
            </a:lvl3pPr>
            <a:lvl4pPr marL="685800" indent="0">
              <a:lnSpc>
                <a:spcPct val="90000"/>
              </a:lnSpc>
              <a:buNone/>
              <a:defRPr sz="4400"/>
            </a:lvl4pPr>
            <a:lvl5pPr marL="914400" indent="0">
              <a:lnSpc>
                <a:spcPct val="90000"/>
              </a:lnSpc>
              <a:buNone/>
              <a:defRPr sz="40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368E2D6-4C18-38E3-8152-995311472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CB827A9-A5DE-C188-2939-D60BED184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FEBF00D-1E46-AF2D-0D8E-2F38D533C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68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9F509C9-EBD3-FFB9-4531-BBE9EE870C9B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F77DADAD-5C68-8B22-D7D6-9EFA4FCE9FBF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tx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C84AEDAF-DA87-0FC6-A421-8548D43C9150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3F4551C1-F77D-5DEA-D4A6-E296C313BD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1593" y="844209"/>
            <a:ext cx="10362510" cy="4968161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6000" b="1" cap="all" baseline="0"/>
            </a:lvl1pPr>
            <a:lvl2pPr marL="228600" indent="0" algn="ctr">
              <a:lnSpc>
                <a:spcPct val="90000"/>
              </a:lnSpc>
              <a:buNone/>
              <a:defRPr sz="5400" b="1"/>
            </a:lvl2pPr>
            <a:lvl3pPr marL="457200" indent="0" algn="ctr">
              <a:lnSpc>
                <a:spcPct val="90000"/>
              </a:lnSpc>
              <a:buNone/>
              <a:defRPr sz="4800" b="1"/>
            </a:lvl3pPr>
            <a:lvl4pPr marL="685800" indent="0" algn="ctr">
              <a:lnSpc>
                <a:spcPct val="90000"/>
              </a:lnSpc>
              <a:buNone/>
              <a:defRPr sz="4400" b="1"/>
            </a:lvl4pPr>
            <a:lvl5pPr marL="914400" indent="0" algn="ctr">
              <a:lnSpc>
                <a:spcPct val="90000"/>
              </a:lnSpc>
              <a:buNone/>
              <a:defRPr sz="4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C2AFDFC-279D-866C-97E4-0413DAD37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29DF21-7E57-6F8D-84A6-32DD2CDC6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F0DFF13-FAC1-37BC-2037-41048E696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14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">
            <a:extLst>
              <a:ext uri="{FF2B5EF4-FFF2-40B4-BE49-F238E27FC236}">
                <a16:creationId xmlns:a16="http://schemas.microsoft.com/office/drawing/2014/main" id="{2DE75237-C959-D427-59CB-754609076995}"/>
              </a:ext>
            </a:extLst>
          </p:cNvPr>
          <p:cNvSpPr/>
          <p:nvPr/>
        </p:nvSpPr>
        <p:spPr>
          <a:xfrm>
            <a:off x="680973" y="1199512"/>
            <a:ext cx="11058961" cy="4831742"/>
          </a:xfrm>
          <a:prstGeom prst="rect">
            <a:avLst/>
          </a:prstGeom>
          <a:solidFill>
            <a:schemeClr val="tx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2E7456C8-E832-7DE1-2809-F37CD2039059}"/>
              </a:ext>
            </a:extLst>
          </p:cNvPr>
          <p:cNvSpPr/>
          <p:nvPr/>
        </p:nvSpPr>
        <p:spPr>
          <a:xfrm>
            <a:off x="452064" y="838200"/>
            <a:ext cx="11058961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C8B71B71-DED1-B066-5130-1F2DE61457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3157" y="4171150"/>
            <a:ext cx="9427773" cy="466344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200" b="1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764B92A2-9C11-A473-0B3F-CAAD66CB9FF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50623" y="1475874"/>
            <a:ext cx="9852843" cy="2393479"/>
          </a:xfrm>
        </p:spPr>
        <p:txBody>
          <a:bodyPr anchor="b">
            <a:normAutofit/>
          </a:bodyPr>
          <a:lstStyle>
            <a:lvl1pPr marL="228600" indent="0" algn="ctr">
              <a:buNone/>
              <a:defRPr sz="40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47B8EDB-536A-003E-AE0A-AB072C6BD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59023AF-254C-8366-C5DA-6778C6116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DA5A3A-7694-A45B-B5A0-90DAAB4B2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82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">
            <a:extLst>
              <a:ext uri="{FF2B5EF4-FFF2-40B4-BE49-F238E27FC236}">
                <a16:creationId xmlns:a16="http://schemas.microsoft.com/office/drawing/2014/main" id="{2DE75237-C959-D427-59CB-754609076995}"/>
              </a:ext>
            </a:extLst>
          </p:cNvPr>
          <p:cNvSpPr/>
          <p:nvPr/>
        </p:nvSpPr>
        <p:spPr>
          <a:xfrm>
            <a:off x="680973" y="1199512"/>
            <a:ext cx="11058961" cy="483174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2E7456C8-E832-7DE1-2809-F37CD2039059}"/>
              </a:ext>
            </a:extLst>
          </p:cNvPr>
          <p:cNvSpPr/>
          <p:nvPr/>
        </p:nvSpPr>
        <p:spPr>
          <a:xfrm>
            <a:off x="452064" y="838200"/>
            <a:ext cx="11058961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1D793A1-BF22-DDD0-DBA9-DEFF700F00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4935583"/>
            <a:ext cx="94277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 b="1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302FB0-A6C5-BD5A-AF43-984A6C3F868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0100" y="1365758"/>
            <a:ext cx="9898063" cy="3308350"/>
          </a:xfrm>
        </p:spPr>
        <p:txBody>
          <a:bodyPr anchor="ctr">
            <a:normAutofit/>
          </a:bodyPr>
          <a:lstStyle>
            <a:lvl1pPr marL="228600" indent="0">
              <a:buNone/>
              <a:defRPr sz="40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0B46980-787B-28B2-BEF9-0889894EF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A696B03-9BC5-E21E-A5FD-103860D28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97DCEF-D6BB-4719-2240-3051D4DDED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46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7FA2DADE-9D41-2081-4A77-1D5CE9B7776B}"/>
              </a:ext>
            </a:extLst>
          </p:cNvPr>
          <p:cNvSpPr/>
          <p:nvPr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D138D331-ECD1-1788-A7CA-448A49C9F489}"/>
              </a:ext>
            </a:extLst>
          </p:cNvPr>
          <p:cNvSpPr/>
          <p:nvPr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B18BA15F-A0BE-EFD1-7E68-4B1BD84BE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6585" y="4526280"/>
            <a:ext cx="9108208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 b="1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6074EC9-559B-FD63-2E36-6C0F1C29A95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236585" y="1527048"/>
            <a:ext cx="9108208" cy="270420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B5B5DC6-7732-056F-CCE9-08CA0A2F5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30CB01E-671D-F7D5-38AC-15837FE38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CEAD38F-C515-CF0A-DFEF-E4F3E918B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87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">
            <a:extLst>
              <a:ext uri="{FF2B5EF4-FFF2-40B4-BE49-F238E27FC236}">
                <a16:creationId xmlns:a16="http://schemas.microsoft.com/office/drawing/2014/main" id="{8EAF9CAC-FFA2-BEF7-4631-1C54E575EDE5}"/>
              </a:ext>
            </a:extLst>
          </p:cNvPr>
          <p:cNvSpPr/>
          <p:nvPr/>
        </p:nvSpPr>
        <p:spPr>
          <a:xfrm>
            <a:off x="734919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37C03440-D61A-0EBF-6628-89058E855965}"/>
              </a:ext>
            </a:extLst>
          </p:cNvPr>
          <p:cNvSpPr/>
          <p:nvPr/>
        </p:nvSpPr>
        <p:spPr>
          <a:xfrm>
            <a:off x="6525104" y="2090064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66704" cy="11322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0235ED5-6A34-E190-C6AF-47C4365CF4D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2647" y="1956816"/>
            <a:ext cx="5049837" cy="3986212"/>
          </a:xfrm>
          <a:solidFill>
            <a:schemeClr val="bg1"/>
          </a:solidFill>
          <a:ln w="25400">
            <a:solidFill>
              <a:schemeClr val="dk1"/>
            </a:solidFill>
          </a:ln>
        </p:spPr>
        <p:txBody>
          <a:bodyPr lIns="365760" tIns="274320" rIns="36576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924B5D-8BA0-6E97-9FCD-47734558730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02388" y="1941513"/>
            <a:ext cx="5049837" cy="3986212"/>
          </a:xfrm>
          <a:solidFill>
            <a:schemeClr val="bg1"/>
          </a:solidFill>
          <a:ln w="25400">
            <a:solidFill>
              <a:schemeClr val="dk1"/>
            </a:solidFill>
          </a:ln>
        </p:spPr>
        <p:txBody>
          <a:bodyPr lIns="365760" tIns="274320" rIns="36576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9E9D210-740B-975E-F164-1DE3D1A89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378DF6A-F028-C688-AFFC-152D73F73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F58732C-80CB-B4FE-AB5F-DDFE3F83A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410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87053FE2-64E0-3012-349A-A9A3630871D9}"/>
              </a:ext>
            </a:extLst>
          </p:cNvPr>
          <p:cNvSpPr/>
          <p:nvPr/>
        </p:nvSpPr>
        <p:spPr>
          <a:xfrm>
            <a:off x="734919" y="2106081"/>
            <a:ext cx="5054248" cy="398701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C46A75A9-A17B-098E-3A45-F6C555BE2639}"/>
              </a:ext>
            </a:extLst>
          </p:cNvPr>
          <p:cNvSpPr/>
          <p:nvPr/>
        </p:nvSpPr>
        <p:spPr>
          <a:xfrm>
            <a:off x="609964" y="1964050"/>
            <a:ext cx="5054248" cy="3987012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09A08B6C-E5A4-86B0-F3FC-9D459A8BBBFE}"/>
              </a:ext>
            </a:extLst>
          </p:cNvPr>
          <p:cNvSpPr/>
          <p:nvPr/>
        </p:nvSpPr>
        <p:spPr>
          <a:xfrm>
            <a:off x="6527790" y="2106081"/>
            <a:ext cx="5054248" cy="398701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Shape">
            <a:extLst>
              <a:ext uri="{FF2B5EF4-FFF2-40B4-BE49-F238E27FC236}">
                <a16:creationId xmlns:a16="http://schemas.microsoft.com/office/drawing/2014/main" id="{BC04CEF9-7BA9-D4E7-7852-594CC56DBD37}"/>
              </a:ext>
            </a:extLst>
          </p:cNvPr>
          <p:cNvSpPr/>
          <p:nvPr/>
        </p:nvSpPr>
        <p:spPr>
          <a:xfrm>
            <a:off x="6402835" y="1964050"/>
            <a:ext cx="5054248" cy="3987012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DBC014A-57E4-E622-1B5A-DDCDE4F1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66704" cy="11322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026" y="2140585"/>
            <a:ext cx="4433978" cy="57596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BDB215F-F64D-AFEC-78DE-A34FCC39898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715897" y="2140585"/>
            <a:ext cx="4433978" cy="57596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3026" y="2842450"/>
            <a:ext cx="4433978" cy="28982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2EAD70E4-41EC-CD82-9922-84432DB9000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15897" y="2842450"/>
            <a:ext cx="4433978" cy="2898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5957D-E390-A6CD-0738-7DBCB3C4B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323C36B-3396-E0B9-7965-0F8040BFF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F87EB5-54D8-0C98-C391-699B7F558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949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97C84A4-6A79-3485-A77E-989CD7583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E55074A-9964-8F29-CF91-8A0D5AF16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AAF6FDF-2AC3-DB97-1683-2D56D880D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44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A6B9D93-9B64-1CD3-A833-FFDD8C5DBA7C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7BFBC61-3CC2-D636-FC54-55E9720C4A08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9D0D17A4-DEA9-4B44-C0FE-1238BACA12F7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73E672C-94F7-4F94-AA9D-0B2344E4B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94D1CA6-A4DC-DBEE-5E99-FCD16E8FE0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02D83F5-E164-0E11-063F-914D641C1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43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490C2B9-2891-C4B8-A62C-388B9E630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2391F72-8364-5853-5AF7-052CEB5F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E50753C-CFE5-2B43-A721-D0E923A0E0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327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">
            <a:extLst>
              <a:ext uri="{FF2B5EF4-FFF2-40B4-BE49-F238E27FC236}">
                <a16:creationId xmlns:a16="http://schemas.microsoft.com/office/drawing/2014/main" id="{AAA00F4A-8B03-B8A7-EF9E-9FA816B844D9}"/>
              </a:ext>
            </a:extLst>
          </p:cNvPr>
          <p:cNvSpPr/>
          <p:nvPr/>
        </p:nvSpPr>
        <p:spPr>
          <a:xfrm>
            <a:off x="5134801" y="980808"/>
            <a:ext cx="6345319" cy="5190277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176208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AB62C19-EED5-2CB6-3778-D242A01B31A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76261" y="557784"/>
            <a:ext cx="6345319" cy="54379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540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3D8F1A6-74FA-F0AA-BD1D-9179B6322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DAC8853-1F8E-BAF2-7EA5-E7CC3A30143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1F632EE-8F97-1D42-BC0E-348FE22EA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2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60F089B-9235-81DB-CA69-D7CB62593609}"/>
              </a:ext>
            </a:extLst>
          </p:cNvPr>
          <p:cNvGrpSpPr/>
          <p:nvPr/>
        </p:nvGrpSpPr>
        <p:grpSpPr>
          <a:xfrm>
            <a:off x="452064" y="492893"/>
            <a:ext cx="11287872" cy="5876422"/>
            <a:chOff x="521208" y="647905"/>
            <a:chExt cx="11365969" cy="556574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A7BE37C7-4A0D-B366-88A7-61DDF6BADDFF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" name="Shape1">
              <a:extLst>
                <a:ext uri="{FF2B5EF4-FFF2-40B4-BE49-F238E27FC236}">
                  <a16:creationId xmlns:a16="http://schemas.microsoft.com/office/drawing/2014/main" id="{F6ED5B22-34B0-7A29-DE32-F681BB887699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011" y="1571632"/>
            <a:ext cx="6905972" cy="1133856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72428" y="3198297"/>
            <a:ext cx="9844686" cy="241139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3B0EB48-D222-B712-F2B3-9932C893C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38DC1E4-B259-385B-34D7-4FEBAE45C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0374E6-29F5-6E16-088E-EC1EE38D0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38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67284EC-3D0F-3F16-846C-AB08017ABD0D}"/>
              </a:ext>
            </a:extLst>
          </p:cNvPr>
          <p:cNvGrpSpPr/>
          <p:nvPr/>
        </p:nvGrpSpPr>
        <p:grpSpPr>
          <a:xfrm>
            <a:off x="1290931" y="492893"/>
            <a:ext cx="9610139" cy="5876422"/>
            <a:chOff x="521208" y="647905"/>
            <a:chExt cx="11365969" cy="556574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7E5FBE18-9CC6-A8C8-127B-CCA2232BDB14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2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5" name="Shape1">
              <a:extLst>
                <a:ext uri="{FF2B5EF4-FFF2-40B4-BE49-F238E27FC236}">
                  <a16:creationId xmlns:a16="http://schemas.microsoft.com/office/drawing/2014/main" id="{896B8FC0-2B00-3276-EB32-68AEA34310A4}"/>
                </a:ext>
              </a:extLst>
            </p:cNvPr>
            <p:cNvSpPr/>
            <p:nvPr/>
          </p:nvSpPr>
          <p:spPr>
            <a:xfrm>
              <a:off x="521208" y="647905"/>
              <a:ext cx="11158238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00" b="0" i="0" u="none" strike="noStrike" cap="none" noProof="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548" y="1627318"/>
            <a:ext cx="8257213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79669" y="3622674"/>
            <a:ext cx="8257087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00BE14F-B804-8786-E6FC-084A0A7FA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1CB601B-B447-CD6E-FCA1-4CC6DDC76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F950DAF-2879-C094-CC30-7714177A4C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78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966705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966706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3C955DE-5CD9-CD51-B605-4A616AD7C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410960"/>
            <a:ext cx="2202644" cy="298120"/>
          </a:xfrm>
          <a:prstGeom prst="rect">
            <a:avLst/>
          </a:prstGeom>
        </p:spPr>
        <p:txBody>
          <a:bodyPr anchor="b"/>
          <a:lstStyle>
            <a:lvl1pPr algn="l" rtl="0">
              <a:defRPr sz="1200" cap="all" baseline="0"/>
            </a:lvl1pPr>
          </a:lstStyle>
          <a:p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9DD014B-8F2C-F57A-615A-FA05655D5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410960"/>
            <a:ext cx="2805405" cy="298120"/>
          </a:xfrm>
          <a:prstGeom prst="rect">
            <a:avLst/>
          </a:prstGeom>
        </p:spPr>
        <p:txBody>
          <a:bodyPr anchor="b"/>
          <a:lstStyle>
            <a:lvl1pPr algn="l" rtl="0">
              <a:defRPr sz="1200" cap="all" baseline="0"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91BBAA5-67F0-C82E-FEFD-FB109AD13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10960"/>
            <a:ext cx="429207" cy="298120"/>
          </a:xfrm>
          <a:prstGeom prst="rect">
            <a:avLst/>
          </a:prstGeom>
        </p:spPr>
        <p:txBody>
          <a:bodyPr anchor="b"/>
          <a:lstStyle>
            <a:lvl1pPr algn="r" rtl="0">
              <a:defRPr sz="1200" cap="all" baseline="0"/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6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8" r:id="rId2"/>
    <p:sldLayoutId id="2147483889" r:id="rId3"/>
    <p:sldLayoutId id="2147483890" r:id="rId4"/>
    <p:sldLayoutId id="2147483937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  <p:sldLayoutId id="2147483899" r:id="rId14"/>
    <p:sldLayoutId id="2147483900" r:id="rId15"/>
    <p:sldLayoutId id="2147483901" r:id="rId16"/>
    <p:sldLayoutId id="2147483902" r:id="rId17"/>
    <p:sldLayoutId id="2147483903" r:id="rId18"/>
    <p:sldLayoutId id="2147483904" r:id="rId19"/>
    <p:sldLayoutId id="2147483905" r:id="rId20"/>
    <p:sldLayoutId id="2147483906" r:id="rId21"/>
    <p:sldLayoutId id="2147483907" r:id="rId22"/>
    <p:sldLayoutId id="2147483908" r:id="rId23"/>
    <p:sldLayoutId id="2147483909" r:id="rId24"/>
    <p:sldLayoutId id="2147483910" r:id="rId25"/>
    <p:sldLayoutId id="2147483911" r:id="rId26"/>
    <p:sldLayoutId id="2147483912" r:id="rId27"/>
    <p:sldLayoutId id="2147483913" r:id="rId28"/>
    <p:sldLayoutId id="2147483914" r:id="rId29"/>
    <p:sldLayoutId id="2147483915" r:id="rId30"/>
    <p:sldLayoutId id="2147483916" r:id="rId31"/>
    <p:sldLayoutId id="2147483917" r:id="rId32"/>
    <p:sldLayoutId id="2147483918" r:id="rId33"/>
    <p:sldLayoutId id="2147483919" r:id="rId34"/>
    <p:sldLayoutId id="2147483920" r:id="rId35"/>
    <p:sldLayoutId id="2147483921" r:id="rId36"/>
    <p:sldLayoutId id="2147483922" r:id="rId37"/>
    <p:sldLayoutId id="2147483923" r:id="rId38"/>
    <p:sldLayoutId id="2147483924" r:id="rId39"/>
    <p:sldLayoutId id="2147483925" r:id="rId40"/>
    <p:sldLayoutId id="2147483926" r:id="rId41"/>
    <p:sldLayoutId id="2147483927" r:id="rId42"/>
    <p:sldLayoutId id="2147483928" r:id="rId43"/>
    <p:sldLayoutId id="2147483929" r:id="rId44"/>
    <p:sldLayoutId id="2147483930" r:id="rId45"/>
    <p:sldLayoutId id="2147483931" r:id="rId46"/>
    <p:sldLayoutId id="2147483932" r:id="rId47"/>
    <p:sldLayoutId id="2147483933" r:id="rId48"/>
    <p:sldLayoutId id="2147483934" r:id="rId49"/>
    <p:sldLayoutId id="2147483935" r:id="rId50"/>
    <p:sldLayoutId id="2147483936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594/estj.v5i5.1108" TargetMode="External"/><Relationship Id="rId2" Type="http://schemas.openxmlformats.org/officeDocument/2006/relationships/hyperlink" Target="https://doi.org/10.1177/09711023241272294" TargetMode="Externa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doi.org/10.9734/ajrcos/2024/v17i5436" TargetMode="External"/><Relationship Id="rId4" Type="http://schemas.openxmlformats.org/officeDocument/2006/relationships/hyperlink" Target="https://doi.org/10.1007/s13198-023-01958-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A39E0C-DCD6-A65D-C252-79AF7F81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123" y="1339060"/>
            <a:ext cx="4974183" cy="2624418"/>
          </a:xfrm>
        </p:spPr>
        <p:txBody>
          <a:bodyPr>
            <a:normAutofit fontScale="90000"/>
          </a:bodyPr>
          <a:lstStyle/>
          <a:p>
            <a:r>
              <a:rPr lang="en-US"/>
              <a:t>Agile vs. Waterfall: Lessons from the SNHU Travel Project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BCE3760-2BE8-EA7D-E3FF-401690ABF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8913" y="4313238"/>
            <a:ext cx="4975225" cy="1065212"/>
          </a:xfrm>
        </p:spPr>
        <p:txBody>
          <a:bodyPr>
            <a:normAutofit fontScale="92500"/>
          </a:bodyPr>
          <a:lstStyle/>
          <a:p>
            <a:r>
              <a:rPr lang="en-US"/>
              <a:t>A Case for Scrum-Agile in Modern Software Development</a:t>
            </a:r>
          </a:p>
          <a:p>
            <a:r>
              <a:rPr lang="en-US"/>
              <a:t>Landon Allanson, CS 250</a:t>
            </a:r>
            <a:br>
              <a:rPr lang="en-US"/>
            </a:br>
            <a:r>
              <a:rPr lang="en-US"/>
              <a:t>6/20/26</a:t>
            </a:r>
          </a:p>
        </p:txBody>
      </p:sp>
      <p:pic>
        <p:nvPicPr>
          <p:cNvPr id="10" name="Picture 9" descr="Yosemite Waterfall (Vertical) Mural - Murals Your Way">
            <a:extLst>
              <a:ext uri="{FF2B5EF4-FFF2-40B4-BE49-F238E27FC236}">
                <a16:creationId xmlns:a16="http://schemas.microsoft.com/office/drawing/2014/main" id="{392D0A4E-4447-C3D9-3761-53948C255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494" y="970756"/>
            <a:ext cx="3280734" cy="464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13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5CF1-9F19-5C6A-CE25-B45B6125A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31" y="1525905"/>
            <a:ext cx="8838202" cy="846396"/>
          </a:xfrm>
        </p:spPr>
        <p:txBody>
          <a:bodyPr anchor="b">
            <a:normAutofit/>
          </a:bodyPr>
          <a:lstStyle/>
          <a:p>
            <a:r>
              <a:rPr lang="en-US"/>
              <a:t>Roles on a Scrum-Agile Team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DD45-29F3-7AA4-8672-EC3C44EF5B8A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1580332" y="2650524"/>
            <a:ext cx="8838202" cy="238635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342900" indent="-342900">
              <a:lnSpc>
                <a:spcPct val="110000"/>
              </a:lnSpc>
            </a:pPr>
            <a:r>
              <a:rPr lang="en-US" sz="2000" b="1" dirty="0"/>
              <a:t>Product Owner</a:t>
            </a:r>
            <a:r>
              <a:rPr lang="en-US" sz="2000" dirty="0"/>
              <a:t> – Maintains and prioritizes the product </a:t>
            </a:r>
            <a:r>
              <a:rPr lang="en-US" sz="2000"/>
              <a:t>backlog;</a:t>
            </a:r>
            <a:r>
              <a:rPr lang="en-US" sz="2000" dirty="0"/>
              <a:t> serves as the voice of the </a:t>
            </a:r>
            <a:r>
              <a:rPr lang="en-US" sz="2000"/>
              <a:t>customer and ensures the team builds the correct product</a:t>
            </a:r>
          </a:p>
          <a:p>
            <a:pPr marL="342900" indent="-342900">
              <a:lnSpc>
                <a:spcPct val="110000"/>
              </a:lnSpc>
            </a:pPr>
            <a:r>
              <a:rPr lang="en-US" sz="2000" b="1"/>
              <a:t>Scrum Master</a:t>
            </a:r>
            <a:r>
              <a:rPr lang="en-US" sz="2000"/>
              <a:t> – Organizes Scrum events, removes blockers, and protects the team from interruptions; ensure the framework is followed.</a:t>
            </a:r>
            <a:endParaRPr lang="en-US" sz="2000" dirty="0"/>
          </a:p>
          <a:p>
            <a:pPr marL="342900" indent="-342900">
              <a:lnSpc>
                <a:spcPct val="110000"/>
              </a:lnSpc>
            </a:pPr>
            <a:r>
              <a:rPr lang="en-US" sz="2000" b="1"/>
              <a:t>Development  Team</a:t>
            </a:r>
            <a:r>
              <a:rPr lang="en-US" sz="2000" dirty="0"/>
              <a:t> - A cross-functional group composed of developers and testers that work together to ensure </a:t>
            </a:r>
            <a:r>
              <a:rPr lang="en-US" sz="2000"/>
              <a:t>a shippable increment is produced during each sprint; self-organizing and accountable</a:t>
            </a:r>
            <a:endParaRPr lang="en-US" sz="2000" dirty="0"/>
          </a:p>
          <a:p>
            <a:pPr marL="342900" indent="-342900">
              <a:lnSpc>
                <a:spcPct val="110000"/>
              </a:lnSpc>
            </a:pPr>
            <a:r>
              <a:rPr lang="en-US" sz="2000" dirty="0"/>
              <a:t>Every role is distinct but interdepen</a:t>
            </a:r>
            <a:r>
              <a:rPr lang="en-US" sz="2000"/>
              <a:t>dent on the others. The team's success depends on all three working together.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65562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10C9B-42F3-10CE-F251-366A52BD2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SDLC in an Agile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7A005-EC5F-3A6B-EDAF-84F4BD846BB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b="1"/>
              <a:t>Concept/Initiation</a:t>
            </a:r>
            <a:r>
              <a:rPr lang="en-US"/>
              <a:t> - Project scope, user stories, and initial backlog are defined; feasibility and priorities established</a:t>
            </a:r>
          </a:p>
          <a:p>
            <a:r>
              <a:rPr lang="en-US" b="1" dirty="0"/>
              <a:t>Iteration/Sprint</a:t>
            </a:r>
            <a:r>
              <a:rPr lang="en-US" dirty="0"/>
              <a:t> - Development occurs in short cycles (1 – 4 weeks); each sprint produces a func</a:t>
            </a:r>
            <a:r>
              <a:rPr lang="en-US"/>
              <a:t>tional increment</a:t>
            </a:r>
          </a:p>
          <a:p>
            <a:r>
              <a:rPr lang="en-US" b="1" dirty="0"/>
              <a:t>Testing &amp; Review</a:t>
            </a:r>
            <a:r>
              <a:rPr lang="en-US" dirty="0"/>
              <a:t> - Continuous in every sprint; testers validated acceptance </a:t>
            </a:r>
            <a:r>
              <a:rPr lang="en-US"/>
              <a:t>criteria before the sprint is over</a:t>
            </a:r>
          </a:p>
          <a:p>
            <a:r>
              <a:rPr lang="en-US" b="1"/>
              <a:t>Release</a:t>
            </a:r>
            <a:r>
              <a:rPr lang="en-US"/>
              <a:t>  - Shippable product delivered to stakeholders after quality is verified</a:t>
            </a:r>
          </a:p>
          <a:p>
            <a:r>
              <a:rPr lang="en-US" b="1"/>
              <a:t>Maintenance</a:t>
            </a:r>
            <a:r>
              <a:rPr lang="en-US"/>
              <a:t> - Post-release support and ongoing refinement through additional sprints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/>
              <a:t> Unlike Waterfall, phases repeat iteratively – feedback is incorporated at every cycle (Tetteh, 2024).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259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2B8B-E6D0-0CCA-BA7A-8470DA985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Waterfall Would Have Been </a:t>
            </a:r>
            <a:r>
              <a:rPr lang="en-US"/>
              <a:t>Different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6D045-0073-4C1F-54E4-E36EFEC7E5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en-US"/>
              <a:t>Waterfall follows a rigid, sequential process; Each phase must be fully completed before the next one begins (Mishra &amp; Alzoubi, 2023).</a:t>
            </a:r>
          </a:p>
          <a:p>
            <a:r>
              <a:rPr lang="en-US"/>
              <a:t>Requirements are locked in at the start, making changes mid-project costly and disruptive</a:t>
            </a:r>
          </a:p>
          <a:p>
            <a:r>
              <a:rPr lang="en-US" dirty="0"/>
              <a:t>Taking SNHU Travel for example, when the Product Owner pivoted to detox and wellness destinations, Agile absorbed it as a backlog update; under Waterfall, it would have required rewriting </a:t>
            </a:r>
            <a:r>
              <a:rPr lang="en-US"/>
              <a:t>requirements documentation and lead to the potential scrapping of completed work</a:t>
            </a:r>
          </a:p>
          <a:p>
            <a:r>
              <a:rPr lang="en-US" dirty="0"/>
              <a:t>Similarly, the wireframe revision to a slideshow format would have </a:t>
            </a:r>
            <a:r>
              <a:rPr lang="en-US"/>
              <a:t>meant revisiting and re-approving design documents before any test cases could receive updates</a:t>
            </a:r>
          </a:p>
          <a:p>
            <a:r>
              <a:rPr lang="en-US" dirty="0"/>
              <a:t>Waterfall's </a:t>
            </a:r>
            <a:r>
              <a:rPr lang="en-US"/>
              <a:t>strength is predictable timelines and costs when requirements are stable and well-understood from the outset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/>
              <a:t> The key point here is that Waterfall works well when you know everything upfront. This made SNHU Travel's project a poor fit for such an approach.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29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49BD-FF5E-54C3-8C60-38333F32A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Choosing the Right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F1470-B559-77CB-418A-7EEA145430C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 fontScale="40000" lnSpcReduction="20000"/>
          </a:bodyPr>
          <a:lstStyle/>
          <a:p>
            <a:r>
              <a:rPr lang="en-US"/>
              <a:t>Choose Agile when: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Requirements are unclear or expected to change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Frequent stakeholder feedback is both available and </a:t>
            </a:r>
            <a:r>
              <a:rPr lang="en-US"/>
              <a:t>desirable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The assigned team is small and cross-functional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Speed of delivery matters more than </a:t>
            </a:r>
            <a:r>
              <a:rPr lang="en-US"/>
              <a:t>predictability of cost or schedule</a:t>
            </a:r>
          </a:p>
          <a:p>
            <a:r>
              <a:rPr lang="en-US"/>
              <a:t>Choose Waterfall when: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Requirements are fully defined and stable from the outset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Strict regulatory or compliance documentation is required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Budget and timeline predictability are a </a:t>
            </a:r>
            <a:r>
              <a:rPr lang="en-US"/>
              <a:t>priority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Customer involvement during the development process is limi</a:t>
            </a:r>
            <a:r>
              <a:rPr lang="en-US"/>
              <a:t>ted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marL="228600" lvl="1" indent="0">
              <a:buNone/>
            </a:pPr>
            <a:r>
              <a:rPr lang="en-US" dirty="0"/>
              <a:t> Review the decision tree from Mishra &amp; Alzou</a:t>
            </a:r>
            <a:r>
              <a:rPr lang="en-US"/>
              <a:t>bi. Project complexity, requirement clarity, time/budget constraints, and customer involvement all inform the decision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801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9000C-8E83-E0B8-B82C-046F70D4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Agile Was the Right Call for SNHU Travel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2FEA6-9733-75D7-2D2F-95809B57EA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/>
              <a:t>The project's requirements were not fully defined from the start – the wireframe and content change emerged mid-project</a:t>
            </a:r>
          </a:p>
          <a:p>
            <a:r>
              <a:rPr lang="en-US"/>
              <a:t>Continuous collaboration between the Product Owner, tester, and developer was essential to ensuring accurate, relevant work</a:t>
            </a:r>
          </a:p>
          <a:p>
            <a:r>
              <a:rPr lang="en-US"/>
              <a:t>Iterative delivery allowed test cases and implementation to be refined each sprint rather than requiring an upfront commitment</a:t>
            </a:r>
          </a:p>
          <a:p>
            <a:r>
              <a:rPr lang="en-US" dirty="0"/>
              <a:t>Sprint Planning, Daily Scrums, and Retrospectives kept the team aligned and </a:t>
            </a:r>
            <a:r>
              <a:rPr lang="en-US"/>
              <a:t>allowed blockers to surface early, matching what has been noted by Anifa et al. (2024)</a:t>
            </a:r>
          </a:p>
          <a:p>
            <a:r>
              <a:rPr lang="en-US" dirty="0"/>
              <a:t>A Waterfall approach would have lock in assumptions that proved inco</a:t>
            </a:r>
            <a:r>
              <a:rPr lang="en-US"/>
              <a:t>rrect, leading to significant effort being expended on rework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346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D0B8F-561A-EB74-D20E-D0AF140D1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76B66-276E-44A4-890C-926BD98465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/>
              <a:t>Anifa, M. Ramakrishnan, S., Kabiraj, S., &amp; Joghee, S. (2024). Systematic review of literature on Agile approach. </a:t>
            </a:r>
            <a:r>
              <a:rPr lang="en-US" i="1"/>
              <a:t>SAGE Publications, 32</a:t>
            </a:r>
            <a:r>
              <a:rPr lang="en-US"/>
              <a:t>(2), 84-105. </a:t>
            </a:r>
            <a:r>
              <a:rPr lang="en-US" dirty="0">
                <a:ea typeface="+mn-lt"/>
                <a:cs typeface="+mn-lt"/>
                <a:hlinkClick r:id="rId2"/>
              </a:rPr>
              <a:t>https://doi.org/10.1177/09711023241272294</a:t>
            </a:r>
            <a:endParaRPr lang="en-US">
              <a:ea typeface="+mn-lt"/>
              <a:cs typeface="+mn-lt"/>
            </a:endParaRPr>
          </a:p>
          <a:p>
            <a:r>
              <a:rPr lang="en-US"/>
              <a:t>Ekechi, C. C., Okeke, C. D., &amp; Adama, H. E. (2024). Enhancing Agile product development with Scrum methodologies: A detailed exploration of implementation practices and benefits. </a:t>
            </a:r>
            <a:r>
              <a:rPr lang="en-US" i="1"/>
              <a:t>Engineering Science &amp; Technology Journal, 5</a:t>
            </a:r>
            <a:r>
              <a:rPr lang="en-US"/>
              <a:t>(5), 1542-1570. </a:t>
            </a:r>
            <a:r>
              <a:rPr lang="en-US" dirty="0">
                <a:ea typeface="+mn-lt"/>
                <a:cs typeface="+mn-lt"/>
                <a:hlinkClick r:id="rId3"/>
              </a:rPr>
              <a:t>https://doi.org/10.51594/estj.v5i5.1108</a:t>
            </a:r>
          </a:p>
          <a:p>
            <a:r>
              <a:rPr lang="en-US">
                <a:ea typeface="+mn-lt"/>
                <a:cs typeface="+mn-lt"/>
              </a:rPr>
              <a:t>Mishra, A., &amp; Alzoubi, Y. I. (2023). Structured software development versus Agile software development: A comparative analysis. </a:t>
            </a:r>
            <a:r>
              <a:rPr lang="en-US" i="1">
                <a:ea typeface="+mn-lt"/>
                <a:cs typeface="+mn-lt"/>
              </a:rPr>
              <a:t>International Journal of System Assurance Engineering and Management, 14</a:t>
            </a:r>
            <a:r>
              <a:rPr lang="en-US">
                <a:ea typeface="+mn-lt"/>
                <a:cs typeface="+mn-lt"/>
              </a:rPr>
              <a:t>(4), 1504-1522. </a:t>
            </a:r>
            <a:r>
              <a:rPr lang="en-US" dirty="0">
                <a:ea typeface="+mn-lt"/>
                <a:cs typeface="+mn-lt"/>
                <a:hlinkClick r:id="rId4"/>
              </a:rPr>
              <a:t>https://doi.org/10.1007/s13198-023-01958-5</a:t>
            </a:r>
          </a:p>
          <a:p>
            <a:r>
              <a:rPr lang="en-US">
                <a:ea typeface="+mn-lt"/>
                <a:cs typeface="+mn-lt"/>
              </a:rPr>
              <a:t>Tetteh, S. G. (2024). Empirical study of Agile software development methodologies: A comparative analysis.</a:t>
            </a:r>
            <a:r>
              <a:rPr lang="en-US" i="1">
                <a:ea typeface="+mn-lt"/>
                <a:cs typeface="+mn-lt"/>
              </a:rPr>
              <a:t> Asian Journal of Research in Computer Science, 14</a:t>
            </a:r>
            <a:r>
              <a:rPr lang="en-US">
                <a:ea typeface="+mn-lt"/>
                <a:cs typeface="+mn-lt"/>
              </a:rPr>
              <a:t>(5), 30-42. </a:t>
            </a:r>
            <a:r>
              <a:rPr lang="en-US" dirty="0">
                <a:ea typeface="+mn-lt"/>
                <a:cs typeface="+mn-lt"/>
                <a:hlinkClick r:id="rId5"/>
              </a:rPr>
              <a:t>https://doi.org/10.9734/ajrcos/2024/v17i5436</a:t>
            </a:r>
          </a:p>
        </p:txBody>
      </p:sp>
    </p:spTree>
    <p:extLst>
      <p:ext uri="{BB962C8B-B14F-4D97-AF65-F5344CB8AC3E}">
        <p14:creationId xmlns:p14="http://schemas.microsoft.com/office/powerpoint/2010/main" val="430940853"/>
      </p:ext>
    </p:extLst>
  </p:cSld>
  <p:clrMapOvr>
    <a:masterClrMapping/>
  </p:clrMapOvr>
</p:sld>
</file>

<file path=ppt/theme/theme1.xml><?xml version="1.0" encoding="utf-8"?>
<a:theme xmlns:a="http://schemas.openxmlformats.org/drawingml/2006/main" name="Chalcot">
  <a:themeElements>
    <a:clrScheme name="Custom 2">
      <a:dk1>
        <a:srgbClr val="000000"/>
      </a:dk1>
      <a:lt1>
        <a:srgbClr val="F3EBE8"/>
      </a:lt1>
      <a:dk2>
        <a:srgbClr val="264653"/>
      </a:dk2>
      <a:lt2>
        <a:srgbClr val="FFFFFF"/>
      </a:lt2>
      <a:accent1>
        <a:srgbClr val="E9939D"/>
      </a:accent1>
      <a:accent2>
        <a:srgbClr val="E9C369"/>
      </a:accent2>
      <a:accent3>
        <a:srgbClr val="2A9D8F"/>
      </a:accent3>
      <a:accent4>
        <a:srgbClr val="F3D6CD"/>
      </a:accent4>
      <a:accent5>
        <a:srgbClr val="8CBA8F"/>
      </a:accent5>
      <a:accent6>
        <a:srgbClr val="919FA9"/>
      </a:accent6>
      <a:hlink>
        <a:srgbClr val="8F45C7"/>
      </a:hlink>
      <a:folHlink>
        <a:srgbClr val="D08A55"/>
      </a:folHlink>
    </a:clrScheme>
    <a:fontScheme name="Custom 362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lcot_Copilot Layouts_win32_LW_V5" id="{BB83E610-C1CA-49EC-A787-4EFEA8456B79}" vid="{40FB1116-6983-46AA-9CD7-BA42C7965D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F3D192A-84D9-4592-8CD0-04B2096CE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DF21CE-F94D-4E7A-9B41-689023E47C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C1B1D1-0368-4ED3-8004-0F946C56E5DB}">
  <ds:schemaRefs>
    <ds:schemaRef ds:uri="http://schemas.microsoft.com/sharepoint/v3"/>
    <ds:schemaRef ds:uri="http://schemas.microsoft.com/office/2006/documentManagement/types"/>
    <ds:schemaRef ds:uri="http://purl.org/dc/terms/"/>
    <ds:schemaRef ds:uri="71af3243-3dd4-4a8d-8c0d-dd76da1f02a5"/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Chalcot</vt:lpstr>
      <vt:lpstr>Agile vs. Waterfall: Lessons from the SNHU Travel Project</vt:lpstr>
      <vt:lpstr>Roles on a Scrum-Agile Team</vt:lpstr>
      <vt:lpstr>The SDLC in an Agile Framework</vt:lpstr>
      <vt:lpstr>How Waterfall Would Have Been Different</vt:lpstr>
      <vt:lpstr>Choosing the Right Approach</vt:lpstr>
      <vt:lpstr>Agile Was the Right Call for SNHU Travel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292</cp:revision>
  <dcterms:created xsi:type="dcterms:W3CDTF">2026-06-21T23:51:48Z</dcterms:created>
  <dcterms:modified xsi:type="dcterms:W3CDTF">2026-06-22T00:33:48Z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